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Calibri"/>
              </a:rPr>
              <a:t>FIREFIGHTER HEALTH, FITNESS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&amp; PERSONAL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Calibri"/>
              </a:rPr>
              <a:t>Why firefighters die young — cardiac, cancer, suicide — and the decisions that change those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206240"/>
            <a:ext cx="4572000" cy="36576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Calibri"/>
              </a:rPr>
              <a:t>CAPSTONE 3  |  NFPA 1582 / 1583  |  NFFF 16 LIFE SAFETY INITIATIVES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55F7"/>
                </a:solidFill>
                <a:latin typeface="Calibri"/>
              </a:rPr>
              <a:t>May 1, 2026  ·  60-Minute Presentation</a:t>
            </a:r>
          </a:p>
        </p:txBody>
      </p:sp>
      <p:pic>
        <p:nvPicPr>
          <p:cNvPr id="11" name="Picture 10" descr="QR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0000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6715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</a:rPr>
              <a:t>Student Roster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THE HARD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The leading causes of firefighter death and disability are not what most people imagine.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794760" cy="2011680"/>
          </a:xfrm>
          <a:prstGeom prst="roundRect">
            <a:avLst/>
          </a:prstGeom>
          <a:solidFill>
            <a:srgbClr val="0B1A33"/>
          </a:solidFill>
          <a:ln w="25400">
            <a:solidFill>
              <a:srgbClr val="E0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794760" cy="73152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3A3A"/>
                </a:solidFill>
                <a:latin typeface="Calibri"/>
              </a:rPr>
              <a:t>~45%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E2E8F0"/>
                </a:solidFill>
                <a:latin typeface="Calibri"/>
              </a:rPr>
              <a:t>of on-duty firefighter deaths each year are sudden cardiac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28800"/>
            <a:ext cx="3794760" cy="2011680"/>
          </a:xfrm>
          <a:prstGeom prst="roundRect">
            <a:avLst/>
          </a:prstGeom>
          <a:solidFill>
            <a:srgbClr val="0B1A3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3794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011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F59E0B"/>
                </a:solidFill>
                <a:latin typeface="Calibri"/>
              </a:rPr>
              <a:t>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8892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E2E8F0"/>
                </a:solidFill>
                <a:latin typeface="Calibri"/>
              </a:rPr>
              <a:t>of career LODDs from 2002-2019 attributed to occupational cancer (IAFF)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794760" cy="2011680"/>
          </a:xfrm>
          <a:prstGeom prst="roundRect">
            <a:avLst/>
          </a:prstGeom>
          <a:solidFill>
            <a:srgbClr val="0B1A3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3794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F59E0B"/>
                </a:solidFill>
                <a:latin typeface="Calibri"/>
              </a:rPr>
              <a:t>2-3x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E2E8F0"/>
                </a:solidFill>
                <a:latin typeface="Calibri"/>
              </a:rPr>
              <a:t>the rate of suicide among firefighters vs the general population (some studies)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4023360"/>
            <a:ext cx="3794760" cy="2011680"/>
          </a:xfrm>
          <a:prstGeom prst="roundRect">
            <a:avLst/>
          </a:prstGeom>
          <a:solidFill>
            <a:srgbClr val="0B1A3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4023360"/>
            <a:ext cx="3794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2062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10B981"/>
                </a:solidFill>
                <a:latin typeface="Calibr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98348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E2E8F0"/>
                </a:solidFill>
                <a:latin typeface="Calibri"/>
              </a:rPr>
              <a:t>NFFF Life Safety Initiatives — the playbook the fire service wrote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Identify the leading causes of firefighter line-of-duty death and the data behind them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Describe the medical and fitness requirements of NFPA 1582 and NFPA 1583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Recognize warning signs of cardiac risk, occupational cancer exposure, and suicidal ideation in self and peers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Use department wellness resources — gyms, EAP, peer support, behavioral health programs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Practice personal accountability for fitness, sleep, hydration, and decontamination habits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Discuss schedule structure (24/48 vs 24/72) and its impact on recovery, family, and burnout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Build the camaraderie and intervention culture that the NFFF 16 Initiatives call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CARDIAC RISK — THE #1 KILLER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Strenuous fireground activity, alarm-response adrenaline, and dehydration multiply existing cardiovascular risk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NFPA's annual report consistently lists overexertion / stress / medical events as the leading nature of fatal injury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Modifiable risk factors: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Hypertension — check it; treat it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Cholesterol — lipid panel at annual physical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Body composition — load on the heart under air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Tobacco / nicotine — quit programs are covered by most EAPs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Sleep apnea — common, under-diagnosed, treatable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1582 — Comprehensive Occupational Medical Program for Fire Departments — defines the annual medical evaluation, including cardiac screening protocols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Know your numbers: BP, resting HR, lipid panel, A1c. Get them annually. Track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OCCUPATIONAL CANCER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Firefighters have a higher risk of certain cancers than the general public — mesothelioma, testicular, multiple myeloma (NIOSH, IARC studies)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Carcinogens come from combustion byproducts, off-gassing PPE, and contaminated equipment — absorbed through skin, inhaled through soot, ingested at the kitchen table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cleanest fireground habits: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Mask on at the door; mask off only after gross decon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Gross decon at the scene — soap, water, brushes; bag the gear before getting in the cab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Wipes for skin (face, neck, hands, jaw line) before re-boarding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Shower within the hour at the station; clean uniform on; bunker gear stays out of living areas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Hood swap — hoods absorb the most particulate; rotate to a clean one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IAFF Cancer Awareness Initiative: "no shortcuts on decon, ever"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MENTAL HEALTH &amp; SUICIDE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Cumulative trauma exposure (PTSI — Post-Traumatic Stress Injury) is the rule, not the exception, over a 25-year career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Risk patterns: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Sleep disruption, irritability, withdrawal from family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Increased alcohol use; "two beers becomes six"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Loss of joy in activities the person used to love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Giving away possessions, sudden calmness, talking about being a burden — late warning signs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intervention is a relationship, not a script. The line that opens the door: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"I've noticed you don't seem like yourself lately. I'm worried. What's going on?"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Then listen. Don't fix.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Resources: 988 (press 1 for veterans), IAFF Center of Excellence, peer support, EAP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Calling for a friend is not snitching — it is the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FITNESS — NFPA 1583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1583 — Standard on Health-Related Fitness Programs for Fire Department Members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Defines department-level program: assessment, exercise prescription, equipment, Peer Fitness Trainer (PFT) role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job demands cardiovascular endurance + strength + mobility — not a single one will get you home alone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Practical in-station programming: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2-3 strength sessions per shift week (compound lifts, kettlebells, sled drags)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Zone 2 cardio 2-3 times per week (heart-rate based, conversational, 30-45 min)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One high-intensity day — intervals, sled push, stair climb in gear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Mobility/recovery daily — 10 minutes is enough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CPAT standards are the floor, not the ceiling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Train for the call you have not had yet — the heavy victim drag, the third-floor advance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DEPARTMENT RESOURCES &amp; PERSONAL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749039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DEPARTMENT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Station gym — equipment maintained, hours protected from chores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EAP — free, confidential counseling (often 6-8 sessions per issue)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Peer Support Team — trained members for critical incidents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Chaplain Services — available regardless of religion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Behavioral Health Program — fire-service-fluent providers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IAFF Center of Excellence — in-patient treatment for first responders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PERSONAL 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Sleep — the recovery shift exists; use it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Hydration — water bottle on the rig; refill at every call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Nutrition — the firehouse meal can be vegetables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Annual physical — show up; do the labs; ask the questions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Decon — every time, even on the trash fire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Mental check-in — when did you last ask someone how they really were?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CAMARADERIE &amp; INTERVENTION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Brothers and sisters notice first — before family, before doctors, before anyone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kitchen table is where the change happens, not the chief's office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intervention is not heroic — "I noticed, I care, here's the number, I'll go with you"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Three-second rule for asking the hard question: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One: notice something is off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Two: decide you will say something today, not Monday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Three: open with curiosity, not diagnosis — "How are you, really?"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Confidentiality matters; gossip is the opposite of camaraderie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If a peer is in active crisis, do not leave them alone — stay, call peer support / 988, hand off in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SCHEDULE EVOLUTION — 24/48 VS 24/72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traditional 24/48 schedule was built around a department staffing model, not recovery science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Sleep researchers and the IAFC have noted that 48 hours is often insufficient recovery for high-call-volume shifts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Departments moving to 24/72 typically report: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Better self-reported sleep quality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Reduced sick time use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Improved family/parenting quality of life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Operational continuity (more days off allows for second jobs and education without burning out)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Mental health (MH) days — increasingly recognized as legitimate, separate from sick time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personal piece: do you use your off-shift to recover, or to grind?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THE NFFF 16 LIFE SAFETY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Published by the National Fallen Firefighters Foundation after the Tampa 2 Summit (2004)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fire service's own roadmap to reducing line-of-duty deaths and injuries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Several initiatives speak directly to today's topics: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#1 — Cultural change toward leadership, accountability, and personal responsibility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#6 — National medical and physical fitness standards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#7 — National research agenda and data collection system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#13 — Counseling and psychological support for firefighters and families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#14 — Public education must receive more resources and emphasis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Read all 16 at everyonegoeshome.com — share them with your crew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Cardiac, cancer, and suicide are the three killers — all three are partially in your control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1582 (medical) + 1583 (fitness) are the standards; show up for the physical, train for the job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Decon every time. Mask on at the door. Hood swap. Shower within the hour.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988 + 1, IAFF Center of Excellence, EAP, peer support — know the numbers, share them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intervention that saves your friend's life is the question "how are you, really?"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Use your off-shift to recover. The 24/72 conversation is happening — be part of it.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Read the NFFF 16 Initiatives. Pick one. Live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QUIZ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10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Multiple choice · Discuss as a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Calibri"/>
              </a:rPr>
              <a:t>Take it on your phone — scan the QR or visit the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bbishilany.github.io/nicks-capstone/capstone-3.html#quiz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1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What is the leading cause of on-duty firefighter line-of-duty death?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Burns from fire exposure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Vehicle collisions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Sudden cardiac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Structural collapse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Sudden cardiac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2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Which NFPA standard covers the comprehensive occupational medical program for fire departments?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1500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1583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1582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1041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NFPA 1582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3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Which NFPA standard governs health-related fitness programs for fire department members?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1582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1583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1001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1971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B) NFPA 1583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4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According to IAFF data, what percentage of career firefighter LODDs from 2002-2019 were attributed to occupational cancer?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22%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41%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66%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83%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66%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5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Which of the following is NOT a recommended on-scene decon practice?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Mask on at the door, mask off only after gross decon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Soap, water, and brushes for gross decon before bagging gear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Wipes for face, neck, hands, and jaw line before re-boarding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Walking back through the kitchen in turnouts to share war stories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D) Walking back through the kitchen in turnouts to share war stories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6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The number to call for the 988 Suicide &amp; Crisis Lifeline (with veteran-specific routing) is: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911 then ask for behavioral health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988, then press 1 for the Veterans Crisis Line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800-273-TALK only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Call your chief first; never call 988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B) 988, then press 1 for the Veterans Crisis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7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The IAFF Center of Excellence in Maryland provides: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In-patient behavioral health treatment specifically for first responders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standard publication and revision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Apparatus driver/operator certification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Cancer screening exclusively for retired firefighters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A) In-patient behavioral health treatment specifically for first responders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8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The NFFF 16 Life Safety Initiatives were published after which event?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The 2001 World Trade Center attacks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The Tampa 2 Summit in 2004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The Charleston Sofa Super Store fire (2007)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The Yarnell Hill fire (2013)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B) The Tampa 2 Summit in 2004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9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Which schedule change has been associated with better self-reported sleep, reduced sick time, and improved family quality of life in some departments?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Moving from 12-hour shifts to 24-hour shifts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Moving from 24/72 to 24/48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Moving from 24/48 to 24/72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Eliminating shift work and going to 8-hour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Moving from 24/48 to 24/72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A855F7"/>
                </a:solidFill>
                <a:latin typeface="Calibri"/>
              </a:rPr>
              <a:t>QUESTION 10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The single most effective mental-health intervention available to a peer is: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Diagnosing the friend's specific condition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Telling the friend to "tough it out"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Asking honestly how they are doing, listening without fixing, and connecting them to help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Reporting them to the chief immediately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Asking honestly how they are doing, listening without fixing, and connecting them to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1582: Comprehensive Occupational Medical Program for Fire Departments (2022)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1583: Health-Related Fitness Programs for Fire Department Members (2022)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NFFF — 16 Firefighter Life Safety Initiatives — everyonegoeshome.com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Research — Firefighter Fatalities in the United States (annual)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IAFF Cancer Awareness Initiative — iaff.org/cancer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NIOSH Firefighter Cancer Studies — cdc.gov/niosh/fire-fighters/cancer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988 Suicide &amp; Crisis Lifeline — 988lifeline.org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IAFF Center of Excellence — iaffrecoverycenter.com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Firefighter Behavioral Health Alliance — ffbha.org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EVERYONE GOES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2E8F0"/>
                </a:solidFill>
                <a:latin typeface="Calibri"/>
              </a:rPr>
              <a:t>Cardiac. Cancer. Behavioral health. We change the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55F7"/>
                </a:solidFill>
                <a:latin typeface="Calibri"/>
              </a:rPr>
              <a:t>If you or a peer needs help: 988 (press 1 for veterans)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Capstone 3  ·  NFPA 1582 / 1583  ·  bbishilany.github.io/nicks-capstone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1582 / 1583  |  NFFF 16 Initiatives  |  Mileage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