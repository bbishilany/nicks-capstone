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00" cy="54864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The Ohio Division of EMS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OAC Rules &amp; Resources for EMS and Fire Certification Courses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4A01E"/>
                </a:solidFill>
                <a:latin typeface="Calibri"/>
              </a:defRPr>
            </a:pPr>
            <a:r>
              <a:t>Capstone 1  |  NFPA 1041 Fire &amp; EMS Instructor I and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BBDD"/>
                </a:solidFill>
                <a:latin typeface="Calibri"/>
              </a:defRPr>
            </a:pPr>
            <a:r>
              <a:t>ems.ohio.gov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Identify the role and mission of the Ohio Division of EMS within the Department of Public Safety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Navigate the key sections of the ems.ohio.gov website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Describe the EMS certification levels in Ohio (EMR, EMT, AEMT, Paramedic)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Describe the Fire certification pathways (Vol. FF, FF I, FF II, Inspector, Instructor)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Locate the Ohio Administrative Code (OAC) rules that govern EMS and Fire certification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Explain the continuing education and renewal requirements for EMS and Fire certifications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Use website tools to verify certifications, find training programs, and access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Learner Characteristics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NFPA 1041 JPR FI 8.1 — Target Audience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Fire &amp; EMS Instructor I and II candidates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Already hold Firefighter I/II or EMS certifications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Adult learners with field experience in fire and/or EMS operations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Familiar with basic certification processes but may not know the full scope of the website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Comfortable with classroom instruction; varying levels of tech familiarity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Motivated to understand the regulatory framework they will teach within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Is the Ohio Division of EMS?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Part of the Ohio Department of Public Safety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Administrative arm of the State Board of Emergency Medical, Fire, and Transportation Services (EMFTS)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Located at 1970 W. Broad Street, Columbus, OH 43223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Key responsibilities: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Certification of EMS and fire service providers and instructors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Accreditation and chartering of EMS and fire training institutions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Approval of EMS continuing education sites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Regulation of medical transportation services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Lead agency for Ohio's trauma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Website Overview: ems.ohio.gov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Live demo: walk through ems.ohio.gov during this 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The central hub for all EMS and fire certification information in Ohio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Main navigation sections: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Certifications (initial, renewal, reinstatement, reciprocity, verification)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Education &amp; Testing (training facilities, CE requirements, testing options)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Programs &amp; Services (trauma system, grants, community resources)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About Us (State Board info, newsroom, policies, strategic plan)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Help Center (agency directory, forms, contact info)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Also hosts downloadable course packets, OAC rule references, and scope of practice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EMS Certification Levels in Ohio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Emergency Medical Responder (EMR) — OAC 4765-12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Entry-level; basic emergency care and CPR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Emergency Medical Technician (EMT) — OAC 4765-15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BLS care, patient assessment, medication administration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Advanced EMT (AEMT) — OAC 4765-16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IV access, advanced airway management, select medications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Paramedic — OAC 4765-17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Full ALS care, cardiac monitoring, drug administration, intubation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Minimum 500 hrs didactic/lab + 400 hrs clinical/field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All certification details and scope of practice available at ems.ohio.gov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EMS Initial Certification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Complete an approved training course through an accredited program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Pass the cognitive (written) examination — administered by NREMT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Pass the psychomotor (practical skills) examination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Submit application and fees through the Division of EMS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Meet background check requirements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Certification is valid for a defined cycle (typically 3 years)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All forms and applications available on ems.ohio.gov under Certifications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Fire Certification Pathways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3931920" cy="457200"/>
          </a:xfrm>
          <a:prstGeom prst="round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Firefighter Certifications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371600"/>
            <a:ext cx="3931920" cy="457200"/>
          </a:xfrm>
          <a:prstGeom prst="round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389888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Specialty Certifications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Volunteer Firefighter — State minimum for volunteer service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Firefighter I — 160-hour course; NFPA 1001 standard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Firefighter I &amp; II — 244-hour combined course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Firefighter II Transition — 84 hours (for existing FF I)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All courses through Ohio chartered fire training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0116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Fire Safety Inspector — Code enforcement and inspection skills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Fire &amp; EMS Instructor I — Classroom instruction qualification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Fire &amp; EMS Instructor II — Course design and program management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Live Fire Instructor — Required for live fire training exercises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Hazard Recognition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Fire Instructor Certification — OAC 4765-21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Prerequisites — must hold valid firefighter certification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Complete a fire instructor training course (minimum 60 hours)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Includes 4-hour fire service training module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Includes 4-hour live fire training awareness module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From the 'Ohio Fire and EMS Instructor Curriculum'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Pass the fire instructor knowledge examination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Pass the instructional methods examination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Complete 10 hours of supervised teaching: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Minimum 6 hours classroom lecture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Maximum 4 hours practical skills instruction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Course provided under accredited/chartered training program, taught by Instructor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OAC Chapters on ems.ohio.gov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Ohio Administrative Code, Title 4765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OAC 4765-12 — Emergency Medical Responder certification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OAC 4765-15 — EMT certification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OAC 4765-16 — Advanced EMT certification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OAC 4765-17 — Paramedic certification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OAC 4765-18 — Fire and emergency services courses (FF I, FF II, Inspector)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OAC 4765-20 — Certification renewal and continuing education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OAC 4765-21 — Instructor certification (Instructor I, II, CE Instructor)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OAC 4765-24 — Fire service courses (additional requirements)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OAC 4765-25 — Definitions (incorporated standards by reference)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All rules accessible via codes.ohio.gov and linked from ems.ohio.gov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Continuing Education &amp; Renewal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3931920" cy="457200"/>
          </a:xfrm>
          <a:prstGeom prst="round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EMS CE Requirements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371600"/>
            <a:ext cx="3931920" cy="457200"/>
          </a:xfrm>
          <a:prstGeom prst="round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389888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Fire Instructor Renewal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EMR: 16 hours of CE per cycle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EMT: 40 hours of CE per cycle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AEMT: 50 hours of CE per cycle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Paramedic: 60 hours of CE per cycle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Testing in Lieu of CE option available (NREMT exam)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Can also complete an Ohio refresher course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Or maintain current NREMT registration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0116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Cycle &lt;12 months: No CE or instruction required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12-24 month cycle: 2 hrs CE + 8 hrs instruction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24-36 month cycle: 4 hrs CE + 16 hrs instruction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Must submit renewal application before expiration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Must comply with firefighter cert requirements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Hours approved by fire chief or program director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6 hrs CE on Instructor Curriculum objectives (EMS instr.)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Renewal Process on ems.ohio.gov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Navigate to Certifications &gt; Renewal on the website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Four options to renew EMS certifications: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Option 1: Complete required CE hours for your level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Option 2: Complete an Ohio-approved refresher course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Option 3: Maintain current NREMT registration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Option 4: Pass an approved exam (Testing in Lieu of CE)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Testing in Lieu of CE — key rules: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Must be at your current certification level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Taken within last 6 months of your certification cycle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Up to 3 attempts permitted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Developed and administered by the NREMT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Reinstatement and reciprocity options also available on site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Website Tools &amp;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Certification Verification — look up any Ohio EMS/fire provider's cert status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services.dps.ohio.gov/EMSProviders/Verification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Ohio Fire Online Training Service (OFOTS) — ofots.com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200+ online courses including 70+ fire protection courses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Training Facility Directory — find accredited/chartered programs statewide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Agency Directory — contact info for regional EMS agencies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Downloadable Course Packets — FF I, FF II, Transition, Inspector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Scope of Practice documents — downloadable PDFs for each EMS level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State Board meeting schedules, policies, and position papers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Newsroom — regulatory updates (e.g., new Ohio Fire Code, Nov.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Programs &amp;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Trauma System — Division of EMS is the lead agency for Ohio's trauma system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Trauma and burn center directory on the website</a:t>
            </a:r>
          </a:p>
          <a:p>
            <a:pPr lvl="1">
              <a:spcAft>
                <a:spcPts val="600"/>
              </a:spcAft>
              <a:defRPr sz="1500">
                <a:solidFill>
                  <a:srgbClr val="555555"/>
                </a:solidFill>
                <a:latin typeface="Calibri"/>
              </a:defRPr>
            </a:pPr>
            <a:r>
              <a:t>Trauma triage protocols and resources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Ohio Trauma Triage Pro — mobile app for field triage decisions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Naloxone Information — resources for opioid overdose response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Grants — funding opportunities for EMS agencies and training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Community Resources — public education and outreach materials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EMS/Trauma Data Requests — data for research and planning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Complaint Form — public reporting mechanism for provider issues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EMFTS Strategic Plan — long-term goals for Ohio EMS and fire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How to Find What You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Quick Reference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78638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Start at ems.ohio.gov — bookmark it as your go-to resource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Need to get certified? — Certifications &gt; Initial Certification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Need to renew? — Certifications &gt; Renewal (or use the Renewal Guide)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Need CE hours? — Education &amp; Testing &gt; EMS CE or Fire CE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Need to find a training program? — Education &amp; Testing &gt; Training Facilities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Need to verify someone's cert? — services.dps.ohio.gov/EMSProviders/Verification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Need OAC rules? — codes.ohio.gov/oac/4765 (linked from the site)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Need to report an issue? — Help Center &gt; Complaint Form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Need course packets? — downloadable PDFs under Education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Summary —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The Ohio Division of EMS website (ems.ohio.gov) is the authoritative source for all EMS and fire certification in Ohio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Four EMS levels: EMR, EMT, AEMT, Paramedic — each governed by specific OAC chapters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Fire certifications: Vol. FF, FF I (160 hrs), FF I&amp;II (244 hrs), FF II Transition (84 hrs), Inspector, Instructor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Instructor certification requires 60-hour course + supervised teaching — OAC 4765-21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CE and renewal requirements vary by level and cycle length — multiple renewal pathways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The website provides verification tools, training directories, course packets, and downloadable OAC rules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As future instructors, knowing this website inside and out is essential to guiding your students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9144000" cy="54864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Quiz Time!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10 Questions — Let's See What You Learned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Q1: The Ohio Division of EMS is part of which state department?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A) Ohio Department of Health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B) Ohio Department of Public Safety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C) Ohio Department of Education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D) Ohio Department of Commerce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5029200"/>
            <a:ext cx="6400800" cy="6400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7492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  <a:latin typeface="Calibri"/>
              </a:defRPr>
            </a:pPr>
            <a:r>
              <a:t>Answer: B) Ohio Department of Public Safety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Q2: How many EMS certification levels does Ohio recognize?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A) Two (EMT and Paramedic)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B) Three (EMR, EMT, Paramedic)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C) Four (EMR, EMT, AEMT, Paramedic)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D) Five (FR, EMR, EMT, AEMT, Paramedic)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5029200"/>
            <a:ext cx="6400800" cy="6400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7492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  <a:latin typeface="Calibri"/>
              </a:defRPr>
            </a:pPr>
            <a:r>
              <a:t>Answer: C) Four (EMR, EMT, AEMT, Paramedic)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Q3: How many training hours are required for a Firefighter I course in Ohio?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A) 84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B) 120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C) 160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D) 244 hours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5029200"/>
            <a:ext cx="6400800" cy="6400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7492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  <a:latin typeface="Calibri"/>
              </a:defRPr>
            </a:pPr>
            <a:r>
              <a:t>Answer: C) 160 hours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Q4: What OAC chapter governs fire instructor certification?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A) OAC 4765-15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B) OAC 4765-18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C) OAC 4765-21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D) OAC 4765-25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5029200"/>
            <a:ext cx="6400800" cy="6400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7492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  <a:latin typeface="Calibri"/>
              </a:defRPr>
            </a:pPr>
            <a:r>
              <a:t>Answer: C) OAC 4765-21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Q5: How many CE hours must an EMT complete per renewal cycle?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A) 16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B) 40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C) 50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D) 60 hours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5029200"/>
            <a:ext cx="6400800" cy="6400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7492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  <a:latin typeface="Calibri"/>
              </a:defRPr>
            </a:pPr>
            <a:r>
              <a:t>Answer: B) 40 hours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Q6: What is the minimum number of supervised teaching hours required for fire instructor certification?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A) 4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B) 6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C) 8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D) 10 hours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5029200"/>
            <a:ext cx="6400800" cy="6400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7492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  <a:latin typeface="Calibri"/>
              </a:defRPr>
            </a:pPr>
            <a:r>
              <a:t>Answer: D) 10 hours (min. 6 classroom + up to 4 practical)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Q7: Which organization develops and administers the Testing in Lieu of CE exams?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A) Ohio Division of EMS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B) NFPA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C) National Registry of EMTs (NREMT)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D) State Board of EMFTS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5029200"/>
            <a:ext cx="6400800" cy="6400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7492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  <a:latin typeface="Calibri"/>
              </a:defRPr>
            </a:pPr>
            <a:r>
              <a:t>Answer: C) National Registry of EMTs (NREMT)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Q8: A combined Firefighter I and II course requires how many hours?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A) 160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B) 200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C) 244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D) 300 hours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5029200"/>
            <a:ext cx="6400800" cy="6400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7492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  <a:latin typeface="Calibri"/>
              </a:defRPr>
            </a:pPr>
            <a:r>
              <a:t>Answer: C) 244 hours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Q9: The fire instructor training course requires a minimum of how many hours?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A) 36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B) 48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C) 60 hours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D) 80 hours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5029200"/>
            <a:ext cx="6400800" cy="6400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7492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  <a:latin typeface="Calibri"/>
              </a:defRPr>
            </a:pPr>
            <a:r>
              <a:t>Answer: C) 60 hours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Q10: What is the website address for the Ohio Division of EMS?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A) ems.state.oh.us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B) ohioems.gov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C) ems.ohio.gov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D) dps.ohio.gov/ems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5029200"/>
            <a:ext cx="6400800" cy="64008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7492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7D32"/>
                </a:solidFill>
                <a:latin typeface="Calibri"/>
              </a:defRPr>
            </a:pPr>
            <a:r>
              <a:t>Answer: C) ems.ohio.gov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3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Ohio Division of EMS. (n.d.). Ohio Emergency Medical Services. https://ems.ohio.gov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Ohio Administrative Code, Title 4765. Ohio Laws and Administrative Rules. https://codes.ohio.gov/ohio-administrative-code/chapter-4765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Ohio Division of EMS. (n.d.). Testing in Lieu of CE. https://ems.ohio.gov/education-and-testing/testing-in-lieu-of-ce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Ohio Division of EMS. (n.d.). Firefighter I and II Course Packet. https://dam.assets.ohio.gov/image/upload/ems.ohio.gov/links/ems0315.pdf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Ohio Division of EMS. (n.d.). Firefighter II Transition Course Packet. https://dam.assets.ohio.gov/image/upload/ems.ohio.gov/links/ems0308.pdf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Ohio Dept. of Public Safety. (n.d.). EMS/Fire Provider Verification. https://services.dps.ohio.gov/EMSProviders/Verification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Ohio Fire Online Training Service. (n.d.). OFOTS. https://ofots.com</a:t>
            </a: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National Registry of EMTs. (n.d.). Ohio DPS/Division of EMS. https://www.nremt.org/resources/state-ems-offices/OH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9999"/>
                </a:solidFill>
                <a:latin typeface="Calibri"/>
              </a:defRPr>
            </a:pPr>
            <a:r>
              <a:t>Ohio Division of EMS  |  ems.ohio.gov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9144000" cy="54864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Student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Please complete the evaluation form provided.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BBDD"/>
                </a:solidFill>
                <a:latin typeface="Calibri"/>
              </a:defRPr>
            </a:pPr>
            <a:r>
              <a:t>Your feedback helps improve future instruction.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9144000" cy="54864"/>
          </a:xfrm>
          <a:prstGeom prst="rect">
            <a:avLst/>
          </a:prstGeom>
          <a:solidFill>
            <a:srgbClr val="C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CCCC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BBDD"/>
                </a:solidFill>
                <a:latin typeface="Calibri"/>
              </a:defRPr>
            </a:pPr>
            <a:r>
              <a:t>ems.ohio.gov  |  codes.ohio.gov/oac/4765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